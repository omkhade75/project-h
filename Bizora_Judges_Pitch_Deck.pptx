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59E0B"/>
                </a:solidFill>
              </a:defRPr>
            </a:pPr>
            <a:r>
              <a:t>BIZORA AI</a:t>
            </a:r>
          </a:p>
          <a:p>
            <a:pPr>
              <a:spcBef>
                <a:spcPts val="1200"/>
              </a:spcBef>
              <a:defRPr sz="2400" b="1">
                <a:solidFill>
                  <a:srgbClr val="F8FAFC"/>
                </a:solidFill>
              </a:defRPr>
            </a:pPr>
            <a:r>
              <a:t>The Autonomous Retail Operating System &amp; Multi-Store ERP</a:t>
            </a:r>
          </a:p>
          <a:p>
            <a:pPr>
              <a:spcBef>
                <a:spcPts val="1200"/>
              </a:spcBef>
              <a:defRPr sz="1500">
                <a:solidFill>
                  <a:srgbClr val="94A3B8"/>
                </a:solidFill>
              </a:defRPr>
            </a:pPr>
            <a:r>
              <a:t>Transforming 13 Million Indian Retail Kiranas with Camera POS, Voice AI Restocking, and 10-Minute Hyperlocal Delivery</a:t>
            </a:r>
          </a:p>
          <a:p>
            <a:pPr>
              <a:spcBef>
                <a:spcPts val="2400"/>
              </a:spcBef>
              <a:defRPr sz="1300">
                <a:solidFill>
                  <a:srgbClr val="38BDF8"/>
                </a:solidFill>
              </a:defRPr>
            </a:pPr>
            <a:r>
              <a:t>Live Deployments: bizora-owner.onrender.com | Founder: Om Khade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BIZORA AI —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Reality of Indian Retail: Massive Market, Broken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4.2% Inventory Shrinkage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Unmonitored expiry dates and stock leaks cost the average Indian store ₹35,000+ monthly.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Hardware Cost Barrier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Traditional ERPs demand ₹45,000+ in bulky POS hardware, barcode laser guns, and desktop setups.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Chaotic Vendor Ordering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Shopkeepers spend 2-3 hours daily on fragmented phone calls and lost WhatsApp notes to distributors.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Losing to Quick-Commerce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Blinkit and Zepto pull consumers away; local kiranas have zero neighborhood online ordering presence.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BIZORA AI —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Bizora AI: The Complete Autonomous Operating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Hardware-Free Camera POS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Turns any smartphone or tablet camera into an instant barcode billing terminal in 60 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FIFO Expiry &amp; Markdown Radar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Proactively identifies goods nearing expiry 15 days out and automates discount markdowns to prevent loss.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Vapi AI Autonomous Calling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Conversational AI voice agents call suppliers directly in natural Hindi and English to reorder low stock.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Hyperlocal Customer Storefront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Every shop gets an instant neighborhood online storefront. Customers order online for 10-minute delivery.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BIZORA AI —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Unified Ecosystem: 5 Synchronized Portals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👑 Owner Portal  |  bizora-owner.onrender.com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12-Core POS, Inventory, P&amp;L, Double-Entry ledger, Daily sales, and Anomaly radar.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🛍️ Customer Storefront  |  bizora-customer.onrender.com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Hyperlocal store catalog, 10-min essentials ordering, digital bills, loyalty wallet.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🚚 Supplier Hub  |  bizora-supplier.onrender.com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Digital Purchase Order approvals, shipment dispatch tracking, and invoice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🛡️ Super Admin Console  |  bizora-admin.onrender.com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Shopkeeper verification, tenant database provisioning, and 5-min server health watchdog.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🌐 Web Marketing Portal  |  bizora-web.onrender.com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Platform showcase, interactive ROI calculator, and transparent SaaS subscription checkout.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BIZORA AI —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Market Opportunity: India's $1.1 Trillion Retail Landscape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60320" cy="365760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F59E0B"/>
                </a:solidFill>
              </a:defRPr>
            </a:pPr>
            <a:r>
              <a:t>13 Million+</a:t>
            </a:r>
          </a:p>
          <a:p>
            <a:pPr>
              <a:spcBef>
                <a:spcPts val="1200"/>
              </a:spcBef>
              <a:defRPr sz="1400" b="1">
                <a:solidFill>
                  <a:srgbClr val="F8FAFC"/>
                </a:solidFill>
              </a:defRPr>
            </a:pPr>
            <a:r>
              <a:t>Kirana Stores in India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90% of India's retail commerce flows through unorganized neighborhood stores.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011680"/>
            <a:ext cx="2560320" cy="365760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$1.1 Trillion</a:t>
            </a:r>
          </a:p>
          <a:p>
            <a:pPr>
              <a:spcBef>
                <a:spcPts val="1200"/>
              </a:spcBef>
              <a:defRPr sz="1400" b="1">
                <a:solidFill>
                  <a:srgbClr val="F8FAFC"/>
                </a:solidFill>
              </a:defRPr>
            </a:pPr>
            <a:r>
              <a:t>Total Retail Market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Projected to cross $2.0 Trillion by 2030, driven by digital adoption.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011680"/>
            <a:ext cx="2560320" cy="365760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$4.8 Billion</a:t>
            </a:r>
          </a:p>
          <a:p>
            <a:pPr>
              <a:spcBef>
                <a:spcPts val="1200"/>
              </a:spcBef>
              <a:defRPr sz="1400" b="1">
                <a:solidFill>
                  <a:srgbClr val="F8FAFC"/>
                </a:solidFill>
              </a:defRPr>
            </a:pPr>
            <a:r>
              <a:t>Serviceable Market (SAM)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Retail SaaS and inventory spend for modernizing urban and semi-urban stores.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2011680"/>
            <a:ext cx="2560320" cy="365760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₹35,000 / mo</a:t>
            </a:r>
          </a:p>
          <a:p>
            <a:pPr>
              <a:spcBef>
                <a:spcPts val="1200"/>
              </a:spcBef>
              <a:defRPr sz="1400" b="1">
                <a:solidFill>
                  <a:srgbClr val="F8FAFC"/>
                </a:solidFill>
              </a:defRPr>
            </a:pPr>
            <a:r>
              <a:t>Net Value per Store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Shrinkage prevention, paperless billing, and checkout speed optimization.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BIZORA AI —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Business Model: High-Margin SaaS Subscription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Starter / Kirana</a:t>
            </a:r>
          </a:p>
          <a:p>
            <a:pPr>
              <a:spcBef>
                <a:spcPts val="400"/>
              </a:spcBef>
              <a:defRPr sz="2200" b="1">
                <a:solidFill>
                  <a:srgbClr val="38BDF8"/>
                </a:solidFill>
              </a:defRPr>
            </a:pPr>
            <a:r>
              <a:t>₹0 / Free Forever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Single-counter kirana stores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Camera Barcode POS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Up to 200 Products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Hindi &amp; English UI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1 Counter User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Retailer / Growth</a:t>
            </a:r>
          </a:p>
          <a:p>
            <a:pPr>
              <a:spcBef>
                <a:spcPts val="400"/>
              </a:spcBef>
              <a:defRPr sz="2200" b="1">
                <a:solidFill>
                  <a:srgbClr val="38BDF8"/>
                </a:solidFill>
              </a:defRPr>
            </a:pPr>
            <a:r>
              <a:t>₹699 / month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Supermarkets, apparel &amp; retail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Unlimited Billing &amp; Products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500 WhatsApp Receipts/mo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10 Vapi Voice Calls/mo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3 Counter Accounts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645920"/>
            <a:ext cx="347472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Enterprise Chain</a:t>
            </a:r>
          </a:p>
          <a:p>
            <a:pPr>
              <a:spcBef>
                <a:spcPts val="400"/>
              </a:spcBef>
              <a:defRPr sz="2200" b="1">
                <a:solidFill>
                  <a:srgbClr val="38BDF8"/>
                </a:solidFill>
              </a:defRPr>
            </a:pPr>
            <a:r>
              <a:t>₹1,999 / month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Multi-store franchises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Multi-Branch Control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Unlimited WhatsApp Receipts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100 Vapi Voice Mins/mo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10 Staff User Roles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BIZORA AI —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Ask: Operational Scale &amp; Infrastructure Capital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The Ask: Transitioning from Staging to Commercial Launch</a:t>
            </a:r>
          </a:p>
          <a:p>
            <a:pPr>
              <a:spcBef>
                <a:spcPts val="800"/>
              </a:spcBef>
              <a:defRPr sz="1350">
                <a:solidFill>
                  <a:srgbClr val="F8FAFC"/>
                </a:solidFill>
              </a:defRPr>
            </a:pPr>
            <a:r>
              <a:t>The product code is 100% complete across all 5 portals with zero debt. Capital is strictly deployed for production infrastructure (Render Paid Web Services, MongoDB Atlas M10 dedicated cluster) and merchant onboarding acquisition.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2560320" cy="25603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Cloud Infrastructure (30%)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Render paid web services, MongoDB Atlas dedicated cluster, auto-scaling, and Redis caching.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3566160"/>
            <a:ext cx="2560320" cy="25603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Voice AI &amp; Telephony (25%)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Vapi AI conversational voice calling minutes and Twilio WhatsApp messaging quotas.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566160"/>
            <a:ext cx="2560320" cy="25603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Merchant Acquisition (35%)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Direct kirana onboarding drives, wholesale mandi partnerships, and merchant trade shows.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3566160"/>
            <a:ext cx="2560320" cy="25603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DevOps &amp; Reliability (10%)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Security penetration testing, SOC2 compliance preparation, and 24/7 reliability operations.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