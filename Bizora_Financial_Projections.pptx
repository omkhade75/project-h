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9E0B"/>
                </a:solidFill>
              </a:defRPr>
            </a:pPr>
            <a:r>
              <a:t>BIZORA AI — FINANCIAL MODEL</a:t>
            </a:r>
          </a:p>
          <a:p>
            <a:pPr>
              <a:spcBef>
                <a:spcPts val="1200"/>
              </a:spcBef>
              <a:defRPr sz="2000" b="1">
                <a:solidFill>
                  <a:srgbClr val="F8FAFC"/>
                </a:solidFill>
              </a:defRPr>
            </a:pPr>
            <a:r>
              <a:t>Unit Economics, 3-Year Projections, SaaS Margins &amp; Infrastructure Cost Analysis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Prepared for Investors, Judges, and Financial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FINANCIAL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Unit Economics: High LTV/CAC Ratio &amp; 82%+ Gross Margins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₹699 / mo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Blended ARPU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Blended across Growth (₹699/mo) and Enterprise (₹1,999/mo) paying merchants.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₹850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Blended CAC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Achieved via hyper-localized kirana community referrals and distributor partnerships.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₹14,500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Customer Lifetime Value (LTV)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Assuming 24-month average store lifetime with under 3.5% monthly merchant churn.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17.0x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LTV to CAC Ratio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World-class SaaS unit efficiency driven by word-of-mouth adoption among shopkeepers.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3-Year Financial &amp; Store Growth Projections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Metric / KPI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Year 1 (Launch &amp; Scale)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Year 2 (Expansion)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Year 3 (National Presence)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Total Active Stores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1,500 Stores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8,500 Stores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32,000 Stores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Paying Stores (SaaS)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450 Stores (30%)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3,400 Stores (40%)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14,400 Stores (45%)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Annual Recurring Revenue (ARR)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₹38.5 Lakhs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₹3.12 Crores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₹14.85 Crores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Cloud Infrastructure &amp; APIs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₹6.8 Lakhs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₹34.5 Lakhs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₹1.42 Crores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Operating Profit / EBITDA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₹14.2 Lakhs (Profitable)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₹1.85 Crores (59% Margin)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₹9.75 Crores (65% Margin)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CLOUD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Cloud Infrastructure Cost Analysis: Predictable &amp; Lean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Render Web Services — $35 / mo (5 portals @ $7/mo)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Provides 24/7 dedicated warm compute instances with zero free-tier sleep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MongoDB Atlas Database — $57 / mo (M10 Cluster)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Dedicated RAM, CPU, automated backups, and sub-10ms query latency for 5,000+ stores.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PostgreSQL / Prisma ORM — $15 / mo (Managed Supabase/Render)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ACID-compliant double-entry ledger transactions and customer transaction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5468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Vapi AI Voice Restock Calling — $0.05 / completed call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Billed purely on consumption. 10 calls/month per active growth store costs ~$0.50/mo.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WhatsApp Invoicing (Twilio) — ₹0.30 / receipt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Utility template category. Far cheaper than thermal rolls (₹1.20 per paper roll print).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663440"/>
            <a:ext cx="51206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Resend Automated Alerting — Free tier -&gt; $20 / mo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System health monitoring, 5-minute crash watchdogs, and merchant onboarding emails.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MERCHANT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Shopkeeper Value Realization: The No-Brainer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₹18,000 / mo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Stockout &amp; Leak Prevention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FIFO expiry radar and automated reorder alerts prevent perishable goods from rotting.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₹1,800 / mo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Thermal Paper Savings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Switching 1,200 monthly receipts to digital WhatsApp shares saves on paper rolls.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₹12,000 / mo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Time Saved in Billing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Cuts checkout time by 60% and eliminates 2 hours of daily manual pen-and-paper accounting.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₹3,500 / mo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Incremental Online Orders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Local shoppers order directly from the shopkeeper's storefront for neighborhood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